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·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·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·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· new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26610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60"/>
            <a:ext cx="12191695" cy="67544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25810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4" y="0"/>
            <a:ext cx="120504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25258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6" y="0"/>
            <a:ext cx="1206448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34021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6"/>
            <a:ext cx="12191695" cy="68502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30455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6"/>
            <a:ext cx="12191695" cy="68502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292934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6"/>
            <a:ext cx="12191695" cy="68502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88110282565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6"/>
            <a:ext cx="12191695" cy="6850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